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3"/>
          <p:cNvSpPr txBox="1"/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865126"/>
            <a:ext cx="1219200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/>
              <a:t>20471373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Smart Energy Management System for Buildings</a:t>
            </a: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 / Clean &amp; Green Technology</a:t>
            </a: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Name: Athreya Shashidhara</a:t>
            </a: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ID: PES1UG23CS120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283464"/>
          </a:xfrm>
        </p:spPr>
        <p:txBody>
          <a:bodyPr/>
          <a:lstStyle/>
          <a:p>
            <a:pPr eaLnBrk="1" hangingPunct="1"/>
            <a:br>
              <a:rPr lang="en-US" sz="1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AI-Driven Digital Twin for Real-Time Building Energy Optimization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613410"/>
            <a:ext cx="12191999" cy="4462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Idea/Solution/Prototype)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closed-loop AI system pairs an EnergyPlus/OpenStudio digital twin of a building with an on-prem LLM (Qwen3-8B) that reads live sensor data (indoor/outdoor temp, occupancy, HVAC load, weather) and outputs validated HVAC/lighting setpoint actions, which are executed and re-simulated to confirm real savings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Replaces static, rule-based Building Management Systems with a system that continuously reasons over live building state to cut energy waste while keeping occupants comfortable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Combines physics-based simulation with generative-AI reasoning, plus a strict validator and feedback loop that measures ACTUAL post-action energy, carbon and comfort gains — not just predictions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085850"/>
            <a:ext cx="5486400" cy="430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25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used: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EnergyPlus + OpenStudio (.osm) – physics-based digital twin of the building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Qwen3-8B LLM with GPU inference for on-prem reasoning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Python services: Model Loader, Prompt Builder, Inference Engine, Decision Engine, Response Validator, Action Executor, Runtime Controller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Structured JSON action schema + Metrics Engine dashboard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Methodology:</a:t>
            </a:r>
          </a:p>
          <a:p>
            <a:pPr marL="68580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Live sensor data is converted to a structured prompt, sent to the LLM, and returned as a validated JSON recommendation that is executed and re-simulated to confirm real energy, carbon and comfort gains (see pipeline)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Pipelin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0" y="2100000"/>
            <a:ext cx="5500000" cy="43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15824" y="7094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21664" y="2177037"/>
            <a:ext cx="9385300" cy="340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AI pipeline (Model Loader, Prompt Builder, Qwen3-8B Inference, Decision Engine, Response Validator, Action Executor) is already built and working; EnergyPlus/OpenStudio are mature, widely-used simulation tools with open Python APIs, making end-to-end integration realistic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risks: GPU inference latency for near real-time control, LLM outputs drifting outside safe HVAC operating limits, and syncing live sensor feeds from heterogeneous Building Management Systems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Strategies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: Response Validator enforces hard confidence/setpoint limits before any action executes; the upcoming Runtime Controller will link the Decision Engine directly to EnergyPlus/OpenStudio APIs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1272" y="26143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03350" y="1847853"/>
            <a:ext cx="9385300" cy="360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Modules completed so far: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Loader – loads Qwen3-8B + tokenizer with GPU inference support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Prompt Builder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converts sensor values (temp, occupancy, price) into a structured LLM prompt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Engine – parses the LLM’s JSON output into Strategy / Confidence / Actions / Predictions objects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Validator – checks confidence range, setpoint limits and required fields before execution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Executor – converts validated actions into executable HVAC/lighting commands (e.g. Cooling Setpoint -&gt; 25°C)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99288" y="3905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24584" y="2329000"/>
            <a:ext cx="9385300" cy="220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EnergyPlus Simulation Engine – energyplus.net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OpenStudio SDK – openstudio.net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Qwen3 Model Family – Alibaba Cloud Qwen Team, open-weight LLM release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on LLM-assisted building energy management and reinforcement-learning-based HVAC control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544</Words>
  <Application>Microsoft Office PowerPoint</Application>
  <PresentationFormat>Widescreen</PresentationFormat>
  <Paragraphs>56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MS PGothic</vt:lpstr>
      <vt:lpstr>Arial</vt:lpstr>
      <vt:lpstr>Calibri</vt:lpstr>
      <vt:lpstr>Times New Roman</vt:lpstr>
      <vt:lpstr>TradeGothic</vt:lpstr>
      <vt:lpstr>Office Theme</vt:lpstr>
      <vt:lpstr>PowerPoint Presentation</vt:lpstr>
      <vt:lpstr> AI-Driven Digital Twin for Real-Time Building Energy Optimization</vt:lpstr>
      <vt:lpstr>TECHNICAL APPROACH</vt:lpstr>
      <vt:lpstr>FEASIBILITY AND VIABILITY</vt:lpstr>
      <vt:lpstr>ARTIFACTS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creator/>
  <cp:lastModifiedBy>athreyashashi11@outlook.com</cp:lastModifiedBy>
  <cp:revision>155</cp:revision>
  <dcterms:created xsi:type="dcterms:W3CDTF">2013-12-12T18:46:00Z</dcterms:created>
  <dcterms:modified xsi:type="dcterms:W3CDTF">2026-07-26T18:21:43Z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80A997E5BF4B4C17884F219B5A00C872_12</vt:lpwstr>
  </property>
  <property fmtid="{D5CDD505-2E9C-101B-9397-08002B2CF9AE}" pid="3" name="KSOProductBuildVer">
    <vt:lpwstr>1033-12.1.0.27458</vt:lpwstr>
  </property>
</Properties>
</file>